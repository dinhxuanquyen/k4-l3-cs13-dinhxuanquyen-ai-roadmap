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2103120" cy="2560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AI 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LỘ TRÌNH SẢN PHẨM AI: RAVIỆN (ĐỀ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Trợ lý soạn nháp tóm tắt ra viện cho bác sĩ khoa nội  |  Học viên: Đinh Xuân Quyền (Thực hiện cá nhân)  |  Khóa 4 · Lớp CS13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107259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109728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6858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🎯 KẾT LUẬN TRỌNG TÂM (CHỐT VỚI LÃNH ĐẠO)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RaViện cam kết giải quyết dứt điểm lỗi thuốc để qua cổng phát hành trong tháng 1, giúp bác sĩ khoa nội giảm 65% thời gian viết tóm tắt và đạt biên lợi nhuận 60,7% ở tháng 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426464"/>
            <a:ext cx="1078992" cy="102412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  <a:defRPr sz="1150" b="1">
                <a:solidFill>
                  <a:srgbClr val="047857"/>
                </a:solidFill>
                <a:latin typeface="Segoe UI"/>
              </a:defRPr>
            </a:pPr>
            <a:r>
              <a:t>GIẢM 65%</a:t>
            </a:r>
          </a:p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Thời gian viết tóm tắt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26464"/>
            <a:ext cx="1078992" cy="102412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  <a:defRPr sz="1150" b="1">
                <a:solidFill>
                  <a:srgbClr val="1D4ED8"/>
                </a:solidFill>
                <a:latin typeface="Segoe UI"/>
              </a:defRPr>
            </a:pPr>
            <a:r>
              <a:t>BIÊN LN 60.7%</a:t>
            </a:r>
          </a:p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Đạt mốc ở Tháng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1426464"/>
            <a:ext cx="1078992" cy="1024128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  <a:defRPr sz="1150" b="1">
                <a:solidFill>
                  <a:srgbClr val="6D28D9"/>
                </a:solidFill>
                <a:latin typeface="Segoe UI"/>
              </a:defRPr>
            </a:pPr>
            <a:r>
              <a:t>0 LỖI THUỐC</a:t>
            </a:r>
          </a:p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Cổng phát hành Tháng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2523744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2770632"/>
            <a:ext cx="2377440" cy="47548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📋 3 VIỆC CHÍNH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337560"/>
            <a:ext cx="2267712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3B82F6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Tháng 1–3:</a:t>
            </a:r>
            <a:r>
              <a:rPr sz="1000">
                <a:solidFill>
                  <a:srgbClr val="334155"/>
                </a:solidFill>
                <a:latin typeface="Segoe UI"/>
              </a:rPr>
              <a:t> Đối chiếu thuốc và soạn nháp diễn biến ca thường.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3B82F6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Tháng 3–6:</a:t>
            </a:r>
            <a:r>
              <a:rPr sz="1000">
                <a:solidFill>
                  <a:srgbClr val="334155"/>
                </a:solidFill>
                <a:latin typeface="Segoe UI"/>
              </a:rPr>
              <a:t> Cảnh báo hồ sơ mâu thuẫn và sinh lời dặn người bệnh.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3B82F6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Tháng 6–12:</a:t>
            </a:r>
            <a:r>
              <a:rPr sz="1000">
                <a:solidFill>
                  <a:srgbClr val="334155"/>
                </a:solidFill>
                <a:latin typeface="Segoe UI"/>
              </a:rPr>
              <a:t> Nghiên cứu tóm tắt chuyển khoa liên khoa.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6291071"/>
            <a:ext cx="2231136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Trọng tâm theo 3 giai đoạn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2697480"/>
            <a:ext cx="2523744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8728" y="2770632"/>
            <a:ext cx="2377440" cy="47548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⚙️ CẦN GÌ (NGUỒN LỰC)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337560"/>
            <a:ext cx="2267712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Chuyên gia:</a:t>
            </a:r>
            <a:r>
              <a:rPr sz="1000">
                <a:solidFill>
                  <a:srgbClr val="334155"/>
                </a:solidFill>
                <a:latin typeface="Segoe UI"/>
              </a:rPr>
              <a:t> 20,3 giờ (BS. Phương, DS. Hải) chấm thẩm định bộ đề.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Kỹ sư AI:</a:t>
            </a:r>
            <a:r>
              <a:rPr sz="1000">
                <a:solidFill>
                  <a:srgbClr val="334155"/>
                </a:solidFill>
                <a:latin typeface="Segoe UI"/>
              </a:rPr>
              <a:t> 1 kỹ sư sửa dứt điểm 5 ca lỗi insulin.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Hạ tầng:</a:t>
            </a:r>
            <a:r>
              <a:rPr sz="1000">
                <a:solidFill>
                  <a:srgbClr val="334155"/>
                </a:solidFill>
                <a:latin typeface="Segoe UI"/>
              </a:rPr>
              <a:t> On-premise bảo mật tại bệnh viện.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Tài chính:</a:t>
            </a:r>
            <a:r>
              <a:rPr sz="1000">
                <a:solidFill>
                  <a:srgbClr val="334155"/>
                </a:solidFill>
                <a:latin typeface="Segoe UI"/>
              </a:rPr>
              <a:t> Duy trì an toàn trước mốc hết tiền tháng 9.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6291071"/>
            <a:ext cx="2231136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Nhân lực, hạ tầng &amp; ngân sách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697480"/>
            <a:ext cx="2523744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72784" y="2770632"/>
            <a:ext cx="2377440" cy="475488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E123C"/>
                </a:solidFill>
                <a:latin typeface="Segoe UI"/>
              </a:defRPr>
            </a:pPr>
            <a:r>
              <a:t>⚠️ RỦI RO &amp; XỬ LÝ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337560"/>
            <a:ext cx="2267712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F43F5E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Rủi ro lớn nhất:</a:t>
            </a:r>
            <a:r>
              <a:rPr sz="1000">
                <a:solidFill>
                  <a:srgbClr val="334155"/>
                </a:solidFill>
                <a:latin typeface="Segoe UI"/>
              </a:rPr>
              <a:t> Bác sĩ sửa nhiều &gt; 30% dẫn tới bỏ dùng hoặc lọt lỗi thuốc.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F43F5E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Dược sĩ kiểm tra:</a:t>
            </a:r>
            <a:r>
              <a:rPr sz="1000">
                <a:solidFill>
                  <a:srgbClr val="334155"/>
                </a:solidFill>
                <a:latin typeface="Segoe UI"/>
              </a:rPr>
              <a:t> 50% số ca ở Mức 1.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F43F5E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Bác sĩ ký duyệt:</a:t>
            </a:r>
            <a:r>
              <a:rPr sz="1000">
                <a:solidFill>
                  <a:srgbClr val="334155"/>
                </a:solidFill>
                <a:latin typeface="Segoe UI"/>
              </a:rPr>
              <a:t> 100% hồ sơ xuất viện.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F43F5E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Điều kiện dừng:</a:t>
            </a:r>
            <a:r>
              <a:rPr sz="1000">
                <a:solidFill>
                  <a:srgbClr val="334155"/>
                </a:solidFill>
                <a:latin typeface="Segoe UI"/>
              </a:rPr>
              <a:t> Dừng mở rộng ngay nếu vi phạm an toàn.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6291071"/>
            <a:ext cx="2231136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Kiểm soát lâm sàng &amp; dừng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2697480"/>
            <a:ext cx="2523744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06840" y="2770632"/>
            <a:ext cx="2377440" cy="47548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47857"/>
                </a:solidFill>
                <a:latin typeface="Segoe UI"/>
              </a:defRPr>
            </a:pPr>
            <a:r>
              <a:t>🔍 KHI NÀO XEM LẠI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3337560"/>
            <a:ext cx="2267712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Ngày 30 &amp; 60:</a:t>
            </a:r>
            <a:r>
              <a:rPr sz="1000">
                <a:solidFill>
                  <a:srgbClr val="334155"/>
                </a:solidFill>
                <a:latin typeface="Segoe UI"/>
              </a:rPr>
              <a:t> Rà soát tỷ lệ sửa nháp và phản hồi lâm sàng.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Ngày 90:</a:t>
            </a:r>
            <a:r>
              <a:rPr sz="1000">
                <a:solidFill>
                  <a:srgbClr val="334155"/>
                </a:solidFill>
                <a:latin typeface="Segoe UI"/>
              </a:rPr>
              <a:t> Quyết định lên Mức 2 và mở sang khoa thứ 2 nếu 0 lỗi thuốc &amp; sửa &lt; 15%.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050" b="1">
                <a:solidFill>
                  <a:srgbClr val="10B981"/>
                </a:solidFill>
                <a:latin typeface="Segoe UI"/>
              </a:rPr>
              <a:t>• </a:t>
            </a:r>
            <a:r>
              <a:rPr sz="1050" b="1">
                <a:solidFill>
                  <a:srgbClr val="0F172A"/>
                </a:solidFill>
                <a:latin typeface="Segoe UI"/>
              </a:rPr>
              <a:t>Nguyên tắc:</a:t>
            </a:r>
            <a:r>
              <a:rPr sz="1000">
                <a:solidFill>
                  <a:srgbClr val="334155"/>
                </a:solidFill>
                <a:latin typeface="Segoe UI"/>
              </a:rPr>
              <a:t> Dừng dự án nếu vi phạm điều kiện an toàn.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9992" y="6291071"/>
            <a:ext cx="2231136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Mốc kiểm tra &amp; nâng mức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